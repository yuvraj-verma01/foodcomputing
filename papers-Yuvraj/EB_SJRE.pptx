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04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EB-SJRE Paper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847088"/>
            <a:ext cx="1042416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1031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of Entity Relationships Serving the Field of Agriculture Food Safety Regulation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165856"/>
            <a:ext cx="1056132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3320034"/>
            <a:ext cx="10268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convert messy agri-food safety regulation text into clean triples like Subject → Relation → Object.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850392"/>
            <a:ext cx="11000232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41832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95500" y="1508760"/>
            <a:ext cx="342900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1804" y="163677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241804" y="1984248"/>
            <a:ext cx="31363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1804" y="2112264"/>
            <a:ext cx="31363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facts from agri-food safety regulation text.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should be relation triples: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→ Relation → Object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Enrofloxacin → Treatment → Skin infections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35424" y="163677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35424" y="2112264"/>
            <a:ext cx="31363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24659" y="1515110"/>
            <a:ext cx="342900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8263" y="163677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58263" y="1984248"/>
            <a:ext cx="31363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8263" y="2112264"/>
            <a:ext cx="31363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Agri-food safety text is technical and dense.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can contain multiple entities and multiple relations, so simple extraction methods often fail.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Methods Struggle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850392"/>
            <a:ext cx="11000232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41832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07492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45336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Complex entities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77824" y="1892808"/>
            <a:ext cx="47823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20824"/>
            <a:ext cx="4782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may include chemical names, values, standards, units, numbers, and abbreviations.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07492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545336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Multiple relations in one sentence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01384" y="1892808"/>
            <a:ext cx="47823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2020824"/>
            <a:ext cx="4782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subject can connect to many objects through different relations: nickname, category, treatment, detected value, etc.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07492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191256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error propagation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77824" y="3538728"/>
            <a:ext cx="47823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666744"/>
            <a:ext cx="4782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models first extract entities and then relations. If the entity is wrong, the final triple also becomes wrong.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3063240"/>
            <a:ext cx="507492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3191256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Joint models become heavy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01384" y="3538728"/>
            <a:ext cx="47823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3666744"/>
            <a:ext cx="4782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models reduce pipeline errors, but with many relation types they can create huge matrices and many empty labels.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Overview: EB-SJRE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850392"/>
            <a:ext cx="11000232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42416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semi-joint model that first predicts relation types, then extracts entity pairs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828799"/>
            <a:ext cx="1828800" cy="34381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95681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text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49224" y="2304288"/>
            <a:ext cx="15361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432304"/>
            <a:ext cx="1536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300" dirty="0"/>
              <a:t>First, the </a:t>
            </a:r>
            <a:r>
              <a:rPr lang="en-IN" sz="1300" b="1" dirty="0"/>
              <a:t>raw sentence </a:t>
            </a:r>
            <a:r>
              <a:rPr lang="en-IN" sz="1300" dirty="0"/>
              <a:t>is given as input. This sentence may contain technical food-safety terms, chemical names, values, standards, and multiple relationships.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743200"/>
            <a:ext cx="3840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828800"/>
            <a:ext cx="1828800" cy="3438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95681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BERT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2935224" y="2304288"/>
            <a:ext cx="15361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2432304"/>
            <a:ext cx="1536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300" dirty="0"/>
              <a:t>BERT converts each token into a </a:t>
            </a:r>
            <a:r>
              <a:rPr lang="en-IN" sz="1300" b="1" dirty="0"/>
              <a:t>context-aware embedding. </a:t>
            </a:r>
            <a:r>
              <a:rPr lang="en-IN" sz="1300" dirty="0"/>
              <a:t>This means every word/token is represented as a vector and the vector also captures the meaning of that token in the full sentence.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3840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47488" y="1828803"/>
            <a:ext cx="1828800" cy="34381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195681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RCNN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221224" y="2304288"/>
            <a:ext cx="15361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2334765"/>
            <a:ext cx="1581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200" dirty="0"/>
              <a:t>The RCNN </a:t>
            </a:r>
            <a:r>
              <a:rPr lang="en-IN" sz="1200" b="1" dirty="0"/>
              <a:t>uses Bi-LSTM </a:t>
            </a:r>
            <a:r>
              <a:rPr lang="en-IN" sz="1200" dirty="0"/>
              <a:t>to read the sentence in both directions </a:t>
            </a:r>
            <a:r>
              <a:rPr lang="en-IN" sz="1200" b="1" dirty="0"/>
              <a:t>and max pooling</a:t>
            </a:r>
            <a:r>
              <a:rPr lang="en-IN" sz="1200" dirty="0"/>
              <a:t> to pick the strongest relation clues. This combines the token-level vectors into one sentence-level representation. The model then uses this representation to predict which relation types are likely present.</a:t>
            </a:r>
          </a:p>
          <a:p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6949440" y="2743200"/>
            <a:ext cx="3840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1828798"/>
            <a:ext cx="1828800" cy="403224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7224" y="195681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TPA &amp; Matrix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7507224" y="2304288"/>
            <a:ext cx="15361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2432304"/>
            <a:ext cx="1536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200" dirty="0"/>
              <a:t>For each predicted relation, the model builds a </a:t>
            </a:r>
            <a:r>
              <a:rPr lang="en-IN" sz="1200" b="1" dirty="0"/>
              <a:t>token-pair matrix</a:t>
            </a:r>
            <a:r>
              <a:rPr lang="en-IN" sz="1200" dirty="0"/>
              <a:t>. The matrix compares every token with every other token to find possible subject-object boundary connections.</a:t>
            </a:r>
          </a:p>
          <a:p>
            <a:r>
              <a:rPr lang="en-IN" sz="1200" dirty="0"/>
              <a:t>TPA helps the model </a:t>
            </a:r>
            <a:r>
              <a:rPr lang="en-IN" sz="1200" b="1" dirty="0"/>
              <a:t>focus on the token pairs that are meaningfully related.</a:t>
            </a:r>
          </a:p>
          <a:p>
            <a:r>
              <a:rPr lang="en-IN" sz="1200" dirty="0"/>
              <a:t>The model then predicts H, M, and T labels to recover the subject and object boundaries.</a:t>
            </a:r>
          </a:p>
          <a:p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2743200"/>
            <a:ext cx="3840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46920" y="182880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3224" y="195681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Output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9793224" y="2304288"/>
            <a:ext cx="15361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3224" y="2432304"/>
            <a:ext cx="1536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→ Relation → Object triples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850392"/>
            <a:ext cx="11000232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41832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from labelled triples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3832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499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data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32104" y="1847088"/>
            <a:ext cx="309067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975104"/>
            <a:ext cx="3090672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annotate triples such as: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→ Relation → Object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Enrofloxacin → Treatment → Skin infections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schema contains 18 relation types.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499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labels become training signals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35424" y="1847088"/>
            <a:ext cx="309067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975104"/>
            <a:ext cx="3090672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triples identify: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subject span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 label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 span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code converts these triples into H/M/T token-pair boundary labels.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1371600"/>
            <a:ext cx="33832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499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functions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8238744" y="1847088"/>
            <a:ext cx="309067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975104"/>
            <a:ext cx="3090672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trained on two errors: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Relation loss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predict the right relation types?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Tag loss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predict the right H/M/T boundaries?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loss = both summed together.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Takeaway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850392"/>
            <a:ext cx="11000232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41832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EB-SJRE performs best on the agri-food safety regulatory dataset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74320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4538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2104" y="1801368"/>
            <a:ext cx="24505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929384"/>
            <a:ext cx="245059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4,877 samples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relation types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14,207 triples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out of all predictions made, how many were right?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Out of all triples that existed, how many did the model find?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94760" y="1828800"/>
            <a:ext cx="315468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9293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79592" y="19293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04488" y="23408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79592" y="2340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94760" y="224028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2752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MHSA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79592" y="27523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76.83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94760" y="265176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TP-Linker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79592" y="31638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4760" y="306324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35753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CasRel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79592" y="35753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94760" y="347472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04488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OneRel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79592" y="39867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86.97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94760" y="388620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43982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EB-SJRE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79592" y="43982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88.71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94760" y="4297680"/>
            <a:ext cx="315468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1828800"/>
            <a:ext cx="0" cy="288036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1325880"/>
            <a:ext cx="37490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2984" y="14538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findings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7872984" y="1801368"/>
            <a:ext cx="345643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72984" y="1929384"/>
            <a:ext cx="345643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EB-SJRE achieved the best domain F1: 88.71%.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Ablation proves RCNN and TPA both help: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86.28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RCNN: 88.07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RCNN + TPA: 88.71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also performs strongly on NYT and WebNLG, showing good generalisation.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pic>
        <p:nvPicPr>
          <p:cNvPr id="38" name="Picture 37" descr="f1 Score Definition | Encord">
            <a:extLst>
              <a:ext uri="{FF2B5EF4-FFF2-40B4-BE49-F238E27FC236}">
                <a16:creationId xmlns:a16="http://schemas.microsoft.com/office/drawing/2014/main" id="{FFC7B366-6CAA-77BD-3B23-50FC0AFD1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4800600"/>
            <a:ext cx="2350770" cy="6867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654</Words>
  <Application>Microsoft Office PowerPoint</Application>
  <PresentationFormat>Widescreen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EB-SJRE: Entity Relationship Extraction for Agri-Food Safety Regulation</dc:title>
  <dc:subject>EB-SJRE paper explanation</dc:subject>
  <dc:creator>OpenAI</dc:creator>
  <cp:lastModifiedBy>Yuvraj Verma</cp:lastModifiedBy>
  <cp:revision>9</cp:revision>
  <dcterms:created xsi:type="dcterms:W3CDTF">2026-06-18T14:38:22Z</dcterms:created>
  <dcterms:modified xsi:type="dcterms:W3CDTF">2026-06-19T03:55:08Z</dcterms:modified>
</cp:coreProperties>
</file>